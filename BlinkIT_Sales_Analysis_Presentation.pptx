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3A1A7C-2857-4082-AFFF-5B06FFC7E6B2}" v="7" dt="2026-10-06T09:28:44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epth Sasikumar" userId="ac08cd68f9c3603f" providerId="LiveId" clId="{8595FD1B-5595-4DB3-BA0A-8BFAF68828F0}"/>
    <pc:docChg chg="custSel addSld modSld">
      <pc:chgData name="Sudeepth Sasikumar" userId="ac08cd68f9c3603f" providerId="LiveId" clId="{8595FD1B-5595-4DB3-BA0A-8BFAF68828F0}" dt="2026-10-06T09:29:08.718" v="80" actId="1076"/>
      <pc:docMkLst>
        <pc:docMk/>
      </pc:docMkLst>
      <pc:sldChg chg="addSp modSp mod">
        <pc:chgData name="Sudeepth Sasikumar" userId="ac08cd68f9c3603f" providerId="LiveId" clId="{8595FD1B-5595-4DB3-BA0A-8BFAF68828F0}" dt="2026-10-06T09:24:57.523" v="9" actId="14100"/>
        <pc:sldMkLst>
          <pc:docMk/>
          <pc:sldMk cId="0" sldId="264"/>
        </pc:sldMkLst>
        <pc:picChg chg="add mod">
          <ac:chgData name="Sudeepth Sasikumar" userId="ac08cd68f9c3603f" providerId="LiveId" clId="{8595FD1B-5595-4DB3-BA0A-8BFAF68828F0}" dt="2026-10-06T09:24:57.523" v="9" actId="14100"/>
          <ac:picMkLst>
            <pc:docMk/>
            <pc:sldMk cId="0" sldId="264"/>
            <ac:picMk id="19" creationId="{62CC1FA0-155D-EB98-0530-637D621C4375}"/>
          </ac:picMkLst>
        </pc:picChg>
      </pc:sldChg>
      <pc:sldChg chg="addSp modSp mod">
        <pc:chgData name="Sudeepth Sasikumar" userId="ac08cd68f9c3603f" providerId="LiveId" clId="{8595FD1B-5595-4DB3-BA0A-8BFAF68828F0}" dt="2026-10-06T09:25:45.997" v="16" actId="14100"/>
        <pc:sldMkLst>
          <pc:docMk/>
          <pc:sldMk cId="0" sldId="265"/>
        </pc:sldMkLst>
        <pc:picChg chg="add mod">
          <ac:chgData name="Sudeepth Sasikumar" userId="ac08cd68f9c3603f" providerId="LiveId" clId="{8595FD1B-5595-4DB3-BA0A-8BFAF68828F0}" dt="2026-10-06T09:25:45.997" v="16" actId="14100"/>
          <ac:picMkLst>
            <pc:docMk/>
            <pc:sldMk cId="0" sldId="265"/>
            <ac:picMk id="19" creationId="{6A4D644D-97A5-0A97-DE7C-93313B88CEF9}"/>
          </ac:picMkLst>
        </pc:picChg>
      </pc:sldChg>
      <pc:sldChg chg="addSp delSp modSp mod">
        <pc:chgData name="Sudeepth Sasikumar" userId="ac08cd68f9c3603f" providerId="LiveId" clId="{8595FD1B-5595-4DB3-BA0A-8BFAF68828F0}" dt="2026-10-06T09:26:44.495" v="19"/>
        <pc:sldMkLst>
          <pc:docMk/>
          <pc:sldMk cId="0" sldId="267"/>
        </pc:sldMkLst>
        <pc:spChg chg="add del mod">
          <ac:chgData name="Sudeepth Sasikumar" userId="ac08cd68f9c3603f" providerId="LiveId" clId="{8595FD1B-5595-4DB3-BA0A-8BFAF68828F0}" dt="2026-10-06T09:26:44.495" v="19"/>
          <ac:spMkLst>
            <pc:docMk/>
            <pc:sldMk cId="0" sldId="267"/>
            <ac:spMk id="31" creationId="{6A98CF79-F2AC-2D20-5893-F2C28561AD28}"/>
          </ac:spMkLst>
        </pc:spChg>
      </pc:sldChg>
      <pc:sldChg chg="addSp delSp modSp add mod">
        <pc:chgData name="Sudeepth Sasikumar" userId="ac08cd68f9c3603f" providerId="LiveId" clId="{8595FD1B-5595-4DB3-BA0A-8BFAF68828F0}" dt="2026-10-06T09:29:08.718" v="80" actId="1076"/>
        <pc:sldMkLst>
          <pc:docMk/>
          <pc:sldMk cId="3640514055" sldId="268"/>
        </pc:sldMkLst>
        <pc:spChg chg="del mod">
          <ac:chgData name="Sudeepth Sasikumar" userId="ac08cd68f9c3603f" providerId="LiveId" clId="{8595FD1B-5595-4DB3-BA0A-8BFAF68828F0}" dt="2026-10-06T09:28:26.760" v="61" actId="478"/>
          <ac:spMkLst>
            <pc:docMk/>
            <pc:sldMk cId="3640514055" sldId="268"/>
            <ac:spMk id="2" creationId="{6FE0464F-2A22-1A9E-E93F-F269ABAC1E28}"/>
          </ac:spMkLst>
        </pc:spChg>
        <pc:spChg chg="del">
          <ac:chgData name="Sudeepth Sasikumar" userId="ac08cd68f9c3603f" providerId="LiveId" clId="{8595FD1B-5595-4DB3-BA0A-8BFAF68828F0}" dt="2026-10-06T09:28:25.741" v="60" actId="478"/>
          <ac:spMkLst>
            <pc:docMk/>
            <pc:sldMk cId="3640514055" sldId="268"/>
            <ac:spMk id="3" creationId="{5206E9B3-A16E-49FC-F615-871394997155}"/>
          </ac:spMkLst>
        </pc:spChg>
        <pc:spChg chg="mod">
          <ac:chgData name="Sudeepth Sasikumar" userId="ac08cd68f9c3603f" providerId="LiveId" clId="{8595FD1B-5595-4DB3-BA0A-8BFAF68828F0}" dt="2026-10-06T09:28:50.408" v="74" actId="6549"/>
          <ac:spMkLst>
            <pc:docMk/>
            <pc:sldMk cId="3640514055" sldId="268"/>
            <ac:spMk id="4" creationId="{0D52AC52-9481-1624-A47D-E8837DED2221}"/>
          </ac:spMkLst>
        </pc:spChg>
        <pc:spChg chg="del">
          <ac:chgData name="Sudeepth Sasikumar" userId="ac08cd68f9c3603f" providerId="LiveId" clId="{8595FD1B-5595-4DB3-BA0A-8BFAF68828F0}" dt="2026-10-06T09:28:05.869" v="46" actId="478"/>
          <ac:spMkLst>
            <pc:docMk/>
            <pc:sldMk cId="3640514055" sldId="268"/>
            <ac:spMk id="5" creationId="{E537A417-EC9F-4107-FD9A-69B09E751737}"/>
          </ac:spMkLst>
        </pc:spChg>
        <pc:spChg chg="del">
          <ac:chgData name="Sudeepth Sasikumar" userId="ac08cd68f9c3603f" providerId="LiveId" clId="{8595FD1B-5595-4DB3-BA0A-8BFAF68828F0}" dt="2026-10-06T09:28:10.464" v="48" actId="478"/>
          <ac:spMkLst>
            <pc:docMk/>
            <pc:sldMk cId="3640514055" sldId="268"/>
            <ac:spMk id="6" creationId="{00B3D621-A9F0-93C7-6E3D-016A677A1123}"/>
          </ac:spMkLst>
        </pc:spChg>
        <pc:spChg chg="del">
          <ac:chgData name="Sudeepth Sasikumar" userId="ac08cd68f9c3603f" providerId="LiveId" clId="{8595FD1B-5595-4DB3-BA0A-8BFAF68828F0}" dt="2026-10-06T09:28:23.148" v="59" actId="478"/>
          <ac:spMkLst>
            <pc:docMk/>
            <pc:sldMk cId="3640514055" sldId="268"/>
            <ac:spMk id="7" creationId="{83AC5687-CEA2-B9E4-A898-7852C85E339C}"/>
          </ac:spMkLst>
        </pc:spChg>
        <pc:spChg chg="del">
          <ac:chgData name="Sudeepth Sasikumar" userId="ac08cd68f9c3603f" providerId="LiveId" clId="{8595FD1B-5595-4DB3-BA0A-8BFAF68828F0}" dt="2026-10-06T09:28:08.664" v="47" actId="478"/>
          <ac:spMkLst>
            <pc:docMk/>
            <pc:sldMk cId="3640514055" sldId="268"/>
            <ac:spMk id="8" creationId="{3AF3CC4F-0E3E-4F06-50E3-BAEA53D661B8}"/>
          </ac:spMkLst>
        </pc:spChg>
        <pc:spChg chg="del">
          <ac:chgData name="Sudeepth Sasikumar" userId="ac08cd68f9c3603f" providerId="LiveId" clId="{8595FD1B-5595-4DB3-BA0A-8BFAF68828F0}" dt="2026-10-06T09:28:22.319" v="58" actId="478"/>
          <ac:spMkLst>
            <pc:docMk/>
            <pc:sldMk cId="3640514055" sldId="268"/>
            <ac:spMk id="9" creationId="{92959D8D-3357-0E33-FCB2-D7D749AAA19B}"/>
          </ac:spMkLst>
        </pc:spChg>
        <pc:spChg chg="del">
          <ac:chgData name="Sudeepth Sasikumar" userId="ac08cd68f9c3603f" providerId="LiveId" clId="{8595FD1B-5595-4DB3-BA0A-8BFAF68828F0}" dt="2026-10-06T09:28:11.836" v="49" actId="478"/>
          <ac:spMkLst>
            <pc:docMk/>
            <pc:sldMk cId="3640514055" sldId="268"/>
            <ac:spMk id="10" creationId="{CB3B68B5-C4FE-B294-B0CC-EF1BA5443A8B}"/>
          </ac:spMkLst>
        </pc:spChg>
        <pc:spChg chg="del">
          <ac:chgData name="Sudeepth Sasikumar" userId="ac08cd68f9c3603f" providerId="LiveId" clId="{8595FD1B-5595-4DB3-BA0A-8BFAF68828F0}" dt="2026-10-06T09:28:21.491" v="57" actId="478"/>
          <ac:spMkLst>
            <pc:docMk/>
            <pc:sldMk cId="3640514055" sldId="268"/>
            <ac:spMk id="11" creationId="{E777F576-BF5C-3A76-07C3-0CA95210A31E}"/>
          </ac:spMkLst>
        </pc:spChg>
        <pc:spChg chg="del mod">
          <ac:chgData name="Sudeepth Sasikumar" userId="ac08cd68f9c3603f" providerId="LiveId" clId="{8595FD1B-5595-4DB3-BA0A-8BFAF68828F0}" dt="2026-10-06T09:28:18.057" v="54" actId="478"/>
          <ac:spMkLst>
            <pc:docMk/>
            <pc:sldMk cId="3640514055" sldId="268"/>
            <ac:spMk id="12" creationId="{95A4C4F7-9714-D7F9-4CCF-4EEEA8665EEF}"/>
          </ac:spMkLst>
        </pc:spChg>
        <pc:spChg chg="del">
          <ac:chgData name="Sudeepth Sasikumar" userId="ac08cd68f9c3603f" providerId="LiveId" clId="{8595FD1B-5595-4DB3-BA0A-8BFAF68828F0}" dt="2026-10-06T09:28:20.837" v="56" actId="478"/>
          <ac:spMkLst>
            <pc:docMk/>
            <pc:sldMk cId="3640514055" sldId="268"/>
            <ac:spMk id="13" creationId="{F6ACA096-1671-F821-A18F-BCC509EB02AA}"/>
          </ac:spMkLst>
        </pc:spChg>
        <pc:spChg chg="del">
          <ac:chgData name="Sudeepth Sasikumar" userId="ac08cd68f9c3603f" providerId="LiveId" clId="{8595FD1B-5595-4DB3-BA0A-8BFAF68828F0}" dt="2026-10-06T09:28:19.388" v="55" actId="478"/>
          <ac:spMkLst>
            <pc:docMk/>
            <pc:sldMk cId="3640514055" sldId="268"/>
            <ac:spMk id="14" creationId="{8CC0A4AC-F414-AE9D-7FEF-6EC10B0C4EE2}"/>
          </ac:spMkLst>
        </pc:spChg>
        <pc:spChg chg="del">
          <ac:chgData name="Sudeepth Sasikumar" userId="ac08cd68f9c3603f" providerId="LiveId" clId="{8595FD1B-5595-4DB3-BA0A-8BFAF68828F0}" dt="2026-10-06T09:27:29.479" v="28" actId="478"/>
          <ac:spMkLst>
            <pc:docMk/>
            <pc:sldMk cId="3640514055" sldId="268"/>
            <ac:spMk id="15" creationId="{F5442EDE-627C-4803-B6A0-545DB9525BD9}"/>
          </ac:spMkLst>
        </pc:spChg>
        <pc:spChg chg="del mod">
          <ac:chgData name="Sudeepth Sasikumar" userId="ac08cd68f9c3603f" providerId="LiveId" clId="{8595FD1B-5595-4DB3-BA0A-8BFAF68828F0}" dt="2026-10-06T09:27:41.765" v="32" actId="478"/>
          <ac:spMkLst>
            <pc:docMk/>
            <pc:sldMk cId="3640514055" sldId="268"/>
            <ac:spMk id="16" creationId="{909EE5DB-A4ED-C936-DB62-B3CF4A0A9F99}"/>
          </ac:spMkLst>
        </pc:spChg>
        <pc:spChg chg="del">
          <ac:chgData name="Sudeepth Sasikumar" userId="ac08cd68f9c3603f" providerId="LiveId" clId="{8595FD1B-5595-4DB3-BA0A-8BFAF68828F0}" dt="2026-10-06T09:27:36.349" v="30" actId="478"/>
          <ac:spMkLst>
            <pc:docMk/>
            <pc:sldMk cId="3640514055" sldId="268"/>
            <ac:spMk id="17" creationId="{7BB2EE56-C3AC-BB5E-6397-0369775BE16E}"/>
          </ac:spMkLst>
        </pc:spChg>
        <pc:spChg chg="del">
          <ac:chgData name="Sudeepth Sasikumar" userId="ac08cd68f9c3603f" providerId="LiveId" clId="{8595FD1B-5595-4DB3-BA0A-8BFAF68828F0}" dt="2026-10-06T09:28:03.696" v="45" actId="478"/>
          <ac:spMkLst>
            <pc:docMk/>
            <pc:sldMk cId="3640514055" sldId="268"/>
            <ac:spMk id="18" creationId="{FB1CCA2F-E3D3-235F-520F-8DB495F7AF3A}"/>
          </ac:spMkLst>
        </pc:spChg>
        <pc:spChg chg="del">
          <ac:chgData name="Sudeepth Sasikumar" userId="ac08cd68f9c3603f" providerId="LiveId" clId="{8595FD1B-5595-4DB3-BA0A-8BFAF68828F0}" dt="2026-10-06T09:27:43.092" v="33" actId="478"/>
          <ac:spMkLst>
            <pc:docMk/>
            <pc:sldMk cId="3640514055" sldId="268"/>
            <ac:spMk id="19" creationId="{69A27129-87DD-AA37-E01A-F6884F3D0E2D}"/>
          </ac:spMkLst>
        </pc:spChg>
        <pc:spChg chg="del">
          <ac:chgData name="Sudeepth Sasikumar" userId="ac08cd68f9c3603f" providerId="LiveId" clId="{8595FD1B-5595-4DB3-BA0A-8BFAF68828F0}" dt="2026-10-06T09:27:45.930" v="34" actId="478"/>
          <ac:spMkLst>
            <pc:docMk/>
            <pc:sldMk cId="3640514055" sldId="268"/>
            <ac:spMk id="20" creationId="{4DE98A63-F6F9-C692-7091-4D7C070AE147}"/>
          </ac:spMkLst>
        </pc:spChg>
        <pc:spChg chg="del">
          <ac:chgData name="Sudeepth Sasikumar" userId="ac08cd68f9c3603f" providerId="LiveId" clId="{8595FD1B-5595-4DB3-BA0A-8BFAF68828F0}" dt="2026-10-06T09:27:47.599" v="35" actId="478"/>
          <ac:spMkLst>
            <pc:docMk/>
            <pc:sldMk cId="3640514055" sldId="268"/>
            <ac:spMk id="21" creationId="{272E9740-E940-E0E1-4383-26ACCE181688}"/>
          </ac:spMkLst>
        </pc:spChg>
        <pc:spChg chg="del">
          <ac:chgData name="Sudeepth Sasikumar" userId="ac08cd68f9c3603f" providerId="LiveId" clId="{8595FD1B-5595-4DB3-BA0A-8BFAF68828F0}" dt="2026-10-06T09:27:49.416" v="36" actId="478"/>
          <ac:spMkLst>
            <pc:docMk/>
            <pc:sldMk cId="3640514055" sldId="268"/>
            <ac:spMk id="22" creationId="{B2A59B5F-862D-1AE3-2238-A711C8D0F718}"/>
          </ac:spMkLst>
        </pc:spChg>
        <pc:spChg chg="del">
          <ac:chgData name="Sudeepth Sasikumar" userId="ac08cd68f9c3603f" providerId="LiveId" clId="{8595FD1B-5595-4DB3-BA0A-8BFAF68828F0}" dt="2026-10-06T09:27:50.909" v="37" actId="478"/>
          <ac:spMkLst>
            <pc:docMk/>
            <pc:sldMk cId="3640514055" sldId="268"/>
            <ac:spMk id="23" creationId="{21B51C7B-9858-9DDD-5232-2BF049B46A37}"/>
          </ac:spMkLst>
        </pc:spChg>
        <pc:spChg chg="del">
          <ac:chgData name="Sudeepth Sasikumar" userId="ac08cd68f9c3603f" providerId="LiveId" clId="{8595FD1B-5595-4DB3-BA0A-8BFAF68828F0}" dt="2026-10-06T09:27:53.492" v="38" actId="478"/>
          <ac:spMkLst>
            <pc:docMk/>
            <pc:sldMk cId="3640514055" sldId="268"/>
            <ac:spMk id="24" creationId="{E713B94F-A41A-5E05-2F43-4FEB79D0FD05}"/>
          </ac:spMkLst>
        </pc:spChg>
        <pc:spChg chg="del">
          <ac:chgData name="Sudeepth Sasikumar" userId="ac08cd68f9c3603f" providerId="LiveId" clId="{8595FD1B-5595-4DB3-BA0A-8BFAF68828F0}" dt="2026-10-06T09:27:55.719" v="40" actId="478"/>
          <ac:spMkLst>
            <pc:docMk/>
            <pc:sldMk cId="3640514055" sldId="268"/>
            <ac:spMk id="25" creationId="{EE11B7C6-37B1-3647-2ADE-2642A0CC84B5}"/>
          </ac:spMkLst>
        </pc:spChg>
        <pc:spChg chg="del">
          <ac:chgData name="Sudeepth Sasikumar" userId="ac08cd68f9c3603f" providerId="LiveId" clId="{8595FD1B-5595-4DB3-BA0A-8BFAF68828F0}" dt="2026-10-06T09:27:54.620" v="39" actId="478"/>
          <ac:spMkLst>
            <pc:docMk/>
            <pc:sldMk cId="3640514055" sldId="268"/>
            <ac:spMk id="26" creationId="{F3C0C2C5-ABEE-B2E5-201A-A357E761D60A}"/>
          </ac:spMkLst>
        </pc:spChg>
        <pc:spChg chg="del mod">
          <ac:chgData name="Sudeepth Sasikumar" userId="ac08cd68f9c3603f" providerId="LiveId" clId="{8595FD1B-5595-4DB3-BA0A-8BFAF68828F0}" dt="2026-10-06T09:27:59.912" v="43" actId="478"/>
          <ac:spMkLst>
            <pc:docMk/>
            <pc:sldMk cId="3640514055" sldId="268"/>
            <ac:spMk id="27" creationId="{67D9ED11-E734-0C24-2CA8-500FEE47850F}"/>
          </ac:spMkLst>
        </pc:spChg>
        <pc:spChg chg="del mod">
          <ac:chgData name="Sudeepth Sasikumar" userId="ac08cd68f9c3603f" providerId="LiveId" clId="{8595FD1B-5595-4DB3-BA0A-8BFAF68828F0}" dt="2026-10-06T09:28:01.137" v="44" actId="478"/>
          <ac:spMkLst>
            <pc:docMk/>
            <pc:sldMk cId="3640514055" sldId="268"/>
            <ac:spMk id="28" creationId="{8364EDE4-3CCC-D1A9-2E33-7E107BD54CD2}"/>
          </ac:spMkLst>
        </pc:spChg>
        <pc:spChg chg="mod">
          <ac:chgData name="Sudeepth Sasikumar" userId="ac08cd68f9c3603f" providerId="LiveId" clId="{8595FD1B-5595-4DB3-BA0A-8BFAF68828F0}" dt="2026-10-06T09:29:02.335" v="79" actId="20577"/>
          <ac:spMkLst>
            <pc:docMk/>
            <pc:sldMk cId="3640514055" sldId="268"/>
            <ac:spMk id="30" creationId="{A49B0D66-7BCB-32F4-7351-2113341A9C30}"/>
          </ac:spMkLst>
        </pc:spChg>
        <pc:spChg chg="add del mod">
          <ac:chgData name="Sudeepth Sasikumar" userId="ac08cd68f9c3603f" providerId="LiveId" clId="{8595FD1B-5595-4DB3-BA0A-8BFAF68828F0}" dt="2026-10-06T09:27:17.184" v="24"/>
          <ac:spMkLst>
            <pc:docMk/>
            <pc:sldMk cId="3640514055" sldId="268"/>
            <ac:spMk id="31" creationId="{FC1FE50B-D664-3E66-254B-8D0F0810FC8F}"/>
          </ac:spMkLst>
        </pc:spChg>
        <pc:spChg chg="add del mod">
          <ac:chgData name="Sudeepth Sasikumar" userId="ac08cd68f9c3603f" providerId="LiveId" clId="{8595FD1B-5595-4DB3-BA0A-8BFAF68828F0}" dt="2026-10-06T09:27:18.055" v="27"/>
          <ac:spMkLst>
            <pc:docMk/>
            <pc:sldMk cId="3640514055" sldId="268"/>
            <ac:spMk id="32" creationId="{1D047050-7025-58C3-E298-803476BD5A64}"/>
          </ac:spMkLst>
        </pc:spChg>
        <pc:spChg chg="add del mod">
          <ac:chgData name="Sudeepth Sasikumar" userId="ac08cd68f9c3603f" providerId="LiveId" clId="{8595FD1B-5595-4DB3-BA0A-8BFAF68828F0}" dt="2026-10-06T09:28:15.712" v="52"/>
          <ac:spMkLst>
            <pc:docMk/>
            <pc:sldMk cId="3640514055" sldId="268"/>
            <ac:spMk id="33" creationId="{E4ABBE3C-F420-FE2E-2248-FFC9CCD4107D}"/>
          </ac:spMkLst>
        </pc:spChg>
        <pc:spChg chg="add del mod">
          <ac:chgData name="Sudeepth Sasikumar" userId="ac08cd68f9c3603f" providerId="LiveId" clId="{8595FD1B-5595-4DB3-BA0A-8BFAF68828F0}" dt="2026-10-06T09:28:54.792" v="77"/>
          <ac:spMkLst>
            <pc:docMk/>
            <pc:sldMk cId="3640514055" sldId="268"/>
            <ac:spMk id="34" creationId="{67750E38-8F02-9A82-C224-5E487207B205}"/>
          </ac:spMkLst>
        </pc:spChg>
        <pc:spChg chg="add mod">
          <ac:chgData name="Sudeepth Sasikumar" userId="ac08cd68f9c3603f" providerId="LiveId" clId="{8595FD1B-5595-4DB3-BA0A-8BFAF68828F0}" dt="2026-10-06T09:29:08.718" v="80" actId="1076"/>
          <ac:spMkLst>
            <pc:docMk/>
            <pc:sldMk cId="3640514055" sldId="268"/>
            <ac:spMk id="36" creationId="{C8A3300D-9A8B-4800-6B2F-F57835D84C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7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E4115-C249-A6A7-8C29-201782C2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25E9F-0732-DBE4-1E9F-CB3927F5C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3E3B9-D4F5-3566-D2B4-5E6B503CE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FB8DD-3C70-D282-59C6-D9C7E97FDA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81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9FE3A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84632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D9CE5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2651760" cy="777240"/>
          </a:xfrm>
          <a:prstGeom prst="roundRect">
            <a:avLst>
              <a:gd name="adj" fmla="val 18824"/>
            </a:avLst>
          </a:prstGeom>
          <a:solidFill>
            <a:srgbClr val="D9CE55"/>
          </a:solidFill>
          <a:ln w="19050">
            <a:solidFill>
              <a:srgbClr val="1F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32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blinkit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8961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BlinkIT Sales</a:t>
            </a:r>
            <a:endParaRPr lang="en-US" sz="4600" dirty="0"/>
          </a:p>
          <a:p>
            <a:pPr marL="0" indent="0" algn="l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·  DAX Measures &amp; Field Parameter  ·  2-Page Interactive Dashboard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" y="5806440"/>
            <a:ext cx="2926080" cy="0"/>
          </a:xfrm>
          <a:prstGeom prst="line">
            <a:avLst/>
          </a:prstGeom>
          <a:noFill/>
          <a:ln w="19050">
            <a:solidFill>
              <a:srgbClr val="4CAF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897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Category &amp; Outlet Performance Review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199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files:  BLINKIT_Sales_Analysis.pbix  ·  BlinkIT_Grocery_Data.xlsx  ·  8,523 transaction rows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D9C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81478" cy="2103120"/>
          </a:xfrm>
          <a:prstGeom prst="roundRect">
            <a:avLst>
              <a:gd name="adj" fmla="val 4348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21792" y="2496312"/>
            <a:ext cx="23522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Business Question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3154680"/>
            <a:ext cx="2352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 and the sales question it answers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3321558" y="1783080"/>
            <a:ext cx="2681478" cy="2103120"/>
          </a:xfrm>
          <a:prstGeom prst="roundRect">
            <a:avLst>
              <a:gd name="adj" fmla="val 4348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6150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86150" y="2496312"/>
            <a:ext cx="23522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86150" y="3154680"/>
            <a:ext cx="2352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8,523-row, 12-column BlinkIT grocery transaction dataset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185916" y="1783080"/>
            <a:ext cx="2681478" cy="2103120"/>
          </a:xfrm>
          <a:prstGeom prst="roundRect">
            <a:avLst>
              <a:gd name="adj" fmla="val 4348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0508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50508" y="2496312"/>
            <a:ext cx="23522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0508" y="3154680"/>
            <a:ext cx="2352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steps to fix inconsistent Item Fat Content labels &amp; blanks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9050274" y="1783080"/>
            <a:ext cx="2681478" cy="2103120"/>
          </a:xfrm>
          <a:prstGeom prst="roundRect">
            <a:avLst>
              <a:gd name="adj" fmla="val 4348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4866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14866" y="2496312"/>
            <a:ext cx="23522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14866" y="3154680"/>
            <a:ext cx="2352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and the Metrics field parameter behind every visual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2681478" cy="2103120"/>
          </a:xfrm>
          <a:prstGeom prst="roundRect">
            <a:avLst>
              <a:gd name="adj" fmla="val 4348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22452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1792" y="4828032"/>
            <a:ext cx="23522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Specifications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" y="5486400"/>
            <a:ext cx="2352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chart, which fields, which question it answers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3321558" y="4114800"/>
            <a:ext cx="2681478" cy="2103120"/>
          </a:xfrm>
          <a:prstGeom prst="roundRect">
            <a:avLst>
              <a:gd name="adj" fmla="val 4348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6150" y="422452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486150" y="4828032"/>
            <a:ext cx="23522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Dashboard Layout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86150" y="5486400"/>
            <a:ext cx="2352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Matrix — plus screenshot pages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185916" y="4114800"/>
            <a:ext cx="2681478" cy="2103120"/>
          </a:xfrm>
          <a:prstGeom prst="roundRect">
            <a:avLst>
              <a:gd name="adj" fmla="val 4348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0508" y="422452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350508" y="4828032"/>
            <a:ext cx="23522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50508" y="5486400"/>
            <a:ext cx="2352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actually tell category &amp; outlet teams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 &amp; Business Question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9525">
            <a:solidFill>
              <a:srgbClr val="B8A9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category and outlet teams a 2-page Power BI dashboard that turns 8,523 raw grocery transactions into a trusted view of revenue, rating and average sale value — sliceable by item type, outlet type, location tier and fat content, with a detailed matrix for drill-down.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4CAF6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347472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 categories and outlet types generate the most revenue?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4CAF6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4078224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average sale value differ by fat content or by store tier?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7274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4CAF6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4681728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revenue evolved by the year an outlet was established?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309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4CAF6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52852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raw data unreliable — and does cleaning it change the answer?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52360" y="1691640"/>
            <a:ext cx="4251960" cy="4389120"/>
          </a:xfrm>
          <a:prstGeom prst="roundRect">
            <a:avLst>
              <a:gd name="adj" fmla="val 2581"/>
            </a:avLst>
          </a:prstGeom>
          <a:solidFill>
            <a:srgbClr val="1F6B3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0" y="201168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D9CE55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INSIGHT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2514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1.20M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7772400" y="329184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F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across 8,523 items (avg. rating 3.92, avg. sale ₹140.99) — after standardizing 545 inconsistent Item Fat Content labels down to two clean categories.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611880" cy="0"/>
          </a:xfrm>
          <a:prstGeom prst="line">
            <a:avLst/>
          </a:prstGeom>
          <a:noFill/>
          <a:ln w="12700">
            <a:solidFill>
              <a:srgbClr val="D9CE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6177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Type1 alone drives 66% of all revenue (₹7.88L from 5,577 items) — format matters more than location tier.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BlinkIT_Grocery_Data.xlsx  ·  single sheet  ·  8,523 rows × 12 columns  ·  feeds the Power BI model directly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9525">
            <a:solidFill>
              <a:srgbClr val="B8A92A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6949440" cy="38221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Identifier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product code (e.g. FDX32)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(16 categories)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Fat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or Low Fat — raw values needed cleanup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weight; blank on 1,463 rows (17.2%)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Visibility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Shelf-display prominence (0 for 526 rows)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Identifier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store code (e.g. OUT049)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Establishment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the outlet opened (9 distinct years, 2011–2022)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Size / Type / Location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size, format (e.g. Supermarket Type1) and city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for the item at that outlet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rating for the transaction (1–5)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8745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8,523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90956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transaction rows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297180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044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90956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columns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406908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9560" y="4142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1,463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909560" y="4636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blank Item Weight (17.2%)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26680" y="51663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9560" y="5239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545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909560" y="5733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 messy Item Fat Content label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Cleaning in Power Query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steps applied, in order, before loading BlinkIT Grocery Data to the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9525">
            <a:solidFill>
              <a:srgbClr val="B8A9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03911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1F6B3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0391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002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Headers &amp; Set Types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3134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 → headers; Sales, Item Weight &amp; Item Visibility set to Decimal Number, Rating to Decimal, Outlet Establishment Year to Whole Number.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203911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1F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20391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002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&amp; Clean 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231343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Item Fat Content — removes stray leading/trailing spaces and casing picked up at source.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345643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1F6B3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4564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34198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73075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"LF" (316 rows) and "low fat" (112 rows) into "Low Fat"; merged "reg" (117 rows) into "Regular" — 5 raw labels collapse into 2.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3291840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345643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1F6B3A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45643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34198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Item Weight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86600" y="373075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1,463 rows (17.2%) left blank rather than guessed — SUM-based measures ignore blanks automatically, so totals stay accurate.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487375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1F6B3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48737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5880" y="48371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Zero Item Visibility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514807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 rows (6.2%) recorded as exactly 0 — kept, but flagged as likely data-entry placeholders rather than true zero visibility.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709160"/>
            <a:ext cx="5440680" cy="1261872"/>
          </a:xfrm>
          <a:prstGeom prst="roundRect">
            <a:avLst>
              <a:gd name="adj" fmla="val 5797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2512" y="4873752"/>
            <a:ext cx="566928" cy="457200"/>
          </a:xfrm>
          <a:prstGeom prst="roundRect">
            <a:avLst>
              <a:gd name="adj" fmla="val 16000"/>
            </a:avLst>
          </a:prstGeom>
          <a:solidFill>
            <a:srgbClr val="1F6B3A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87375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48371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Load to Model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86600" y="514807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table loaded into the Power BI data model as BlinkIT Grocery Data for measures and visuals.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Calculated Fields — DAX Measures &amp; Field Parameter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report's own "Dax_Measure" table and "Metrics" field parameter — no extra numeric columns were needed since Sales, Rating and Item Weight are already at transaction grain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9525">
            <a:solidFill>
              <a:srgbClr val="B8A9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975104"/>
            <a:ext cx="365760" cy="365760"/>
          </a:xfrm>
          <a:prstGeom prst="ellipse">
            <a:avLst/>
          </a:prstGeom>
          <a:solidFill>
            <a:srgbClr val="4CAF63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8836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8836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Sales 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88366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revenue KPI and the value behind every bar, area, donut and combo chart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2752344"/>
            <a:ext cx="365760" cy="365760"/>
          </a:xfrm>
          <a:prstGeom prst="ellipse">
            <a:avLst/>
          </a:prstGeom>
          <a:solidFill>
            <a:srgbClr val="4CAF6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6609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Average_Sales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6609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 Sales 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66090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value; used on the funnel chart and the Matrix page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529584"/>
            <a:ext cx="365760" cy="365760"/>
          </a:xfrm>
          <a:prstGeom prst="ellipse">
            <a:avLst/>
          </a:prstGeom>
          <a:solidFill>
            <a:srgbClr val="4CAF63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4381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Average_Rating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4381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32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 Rating 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4381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Customer-satisfaction KPI shown on every page's card row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F3E9C0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891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(calculated table / field parameter)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7274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calculated table that lets one slicer swap the Home-page area chart between Average_Rating, Average_Sales and Total_Sales — one visual doing the job of three, rather than three separate charts.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DAX expressions are compiled inside the .pbix data model and are not stored as readable text in the file; formulas above reflect the standard definition implied by each measure's name, format and usage across the report.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Chart Specifications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visual, read from the report layout — scoped to one clear question per chart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9525">
            <a:solidFill>
              <a:srgbClr val="B8A92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4114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Used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Total_Sales · Average_Rating · Average_Sales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are the topline revenue, rating and average-order metrics?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Slicers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Type · Outlet Type · Outlet Location Type · Metrics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can the viewer filter the page or swap the headline metric?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Fat Content × Average_Sales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average order value differ by fat content?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Establishment Year × Total_Sales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has revenue trended by outlet vintage?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Type × Total_Sales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product categories drive the most revenue?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Fat Content × Total_Sales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share of revenue comes from each fat-content type?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+ Stacked Column Combo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Location Type × Total_Sales &amp; Count of Item Fat Content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revenue and product count compare by store tier?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/ Pivot Table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Outlet Location Type (rows) × Item Fat Content (cols) × Sum of Item Weight &amp; Average_Sales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dirty="0">
                          <a:solidFill>
                            <a:srgbClr val="445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the detailed weight and average-sales split by tier and fat content?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A9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2-Page Dashboard Layout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88720" y="8961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model, two focused pages — navigated with the Home / Matrix pill menu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9525">
            <a:solidFill>
              <a:srgbClr val="B8A9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40680" cy="548640"/>
          </a:xfrm>
          <a:prstGeom prst="roundRect">
            <a:avLst>
              <a:gd name="adj" fmla="val 16667"/>
            </a:avLst>
          </a:prstGeom>
          <a:solidFill>
            <a:srgbClr val="1F6B3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5440680" cy="274320"/>
          </a:xfrm>
          <a:prstGeom prst="rect">
            <a:avLst/>
          </a:prstGeom>
          <a:solidFill>
            <a:srgbClr val="1F6B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KPI, trend &amp; category breakdown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Total_Sales 1.20M · Average_Rating 3.92 · Average_Sales 140.99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6210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Funnel: Average_Sales by Item Fat Content (Regular 141.50, Low Fat 140.71)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330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Area chart: Total_Sales by Outlet Establishment Year (2018 peak, 0.2M)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6451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Bar chart: Total_Sales by Item Type (Fruits &amp; Vegetables leads)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15721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Donut: Total_Sales share — Low Fat 64.6% · Regular 35.4%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Combo chart: Total_Sales &amp; product count by Outlet Location 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440680" cy="4251960"/>
          </a:xfrm>
          <a:prstGeom prst="roundRect">
            <a:avLst>
              <a:gd name="adj" fmla="val 2151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5440680" cy="548640"/>
          </a:xfrm>
          <a:prstGeom prst="roundRect">
            <a:avLst>
              <a:gd name="adj" fmla="val 16667"/>
            </a:avLst>
          </a:prstGeom>
          <a:solidFill>
            <a:srgbClr val="1F6B3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103120"/>
            <a:ext cx="5440680" cy="274320"/>
          </a:xfrm>
          <a:prstGeom prst="rect">
            <a:avLst/>
          </a:prstGeom>
          <a:solidFill>
            <a:srgbClr val="1F6B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8288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Matrix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25146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weight &amp; average-sales drill-down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1089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 KPI card row as the Home page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6210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Rows: Outlet Location Type (Tier 1 / Tier 2 / Tier 3 / Total)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41330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Columns: Item Fat Content (Low Fat / Regular / Total)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46451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Values: Sum of Item Weight &amp; Average_Sales per cell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515721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Grand total: 90,774.97 kg · Average_Sales 140.99 across 8,523 items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114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992124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C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9CE55"/>
          </a:solidFill>
          <a:ln/>
        </p:spPr>
      </p:sp>
      <p:sp>
        <p:nvSpPr>
          <p:cNvPr id="5" name="Text 3"/>
          <p:cNvSpPr/>
          <p:nvPr/>
        </p:nvSpPr>
        <p:spPr>
          <a:xfrm>
            <a:off x="1092708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F6B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9C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 Page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KPI, trend, category and outlet-tier breakdown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1274552" cy="4297680"/>
          </a:xfrm>
          <a:prstGeom prst="roundRect">
            <a:avLst>
              <a:gd name="adj" fmla="val 1702"/>
            </a:avLst>
          </a:prstGeom>
          <a:solidFill>
            <a:srgbClr val="FDF6DA"/>
          </a:solidFill>
          <a:ln w="19050">
            <a:solidFill>
              <a:srgbClr val="1F6B3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541264" y="324612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D9CE55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9008" y="3502152"/>
            <a:ext cx="256032" cy="256032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632704" y="3749040"/>
            <a:ext cx="822960" cy="457200"/>
          </a:xfrm>
          <a:prstGeom prst="triangle">
            <a:avLst/>
          </a:prstGeom>
          <a:solidFill>
            <a:srgbClr val="1F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452628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Home page screenshot from BLINKIT_Sales_Analysis.pbix 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4937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BI: File &gt; Export &gt; PDF or a snipped screenshot, sized to fill this frame)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CC1FA0-155D-EB98-0530-637D621C4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95" y="1691640"/>
            <a:ext cx="1147114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114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D9CE55"/>
          </a:solidFill>
          <a:ln/>
        </p:spPr>
      </p:sp>
      <p:sp>
        <p:nvSpPr>
          <p:cNvPr id="3" name="Text 1"/>
          <p:cNvSpPr/>
          <p:nvPr/>
        </p:nvSpPr>
        <p:spPr>
          <a:xfrm>
            <a:off x="992124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1F6B3A"/>
          </a:solidFill>
          <a:ln/>
        </p:spPr>
      </p:sp>
      <p:sp>
        <p:nvSpPr>
          <p:cNvPr id="5" name="Text 3"/>
          <p:cNvSpPr/>
          <p:nvPr/>
        </p:nvSpPr>
        <p:spPr>
          <a:xfrm>
            <a:off x="10927080" y="411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C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1F6B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9C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Matrix Page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weight &amp; average-sales drill-down by tier and fat content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1274552" cy="4297680"/>
          </a:xfrm>
          <a:prstGeom prst="roundRect">
            <a:avLst>
              <a:gd name="adj" fmla="val 1702"/>
            </a:avLst>
          </a:prstGeom>
          <a:solidFill>
            <a:srgbClr val="FDF6DA"/>
          </a:solidFill>
          <a:ln w="19050">
            <a:solidFill>
              <a:srgbClr val="1F6B3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541264" y="3246120"/>
            <a:ext cx="1097280" cy="1097280"/>
          </a:xfrm>
          <a:prstGeom prst="roundRect">
            <a:avLst>
              <a:gd name="adj" fmla="val 10000"/>
            </a:avLst>
          </a:prstGeom>
          <a:solidFill>
            <a:srgbClr val="D9CE55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9008" y="3502152"/>
            <a:ext cx="256032" cy="256032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632704" y="3749040"/>
            <a:ext cx="822960" cy="457200"/>
          </a:xfrm>
          <a:prstGeom prst="triangle">
            <a:avLst/>
          </a:prstGeom>
          <a:solidFill>
            <a:srgbClr val="1F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4526280"/>
            <a:ext cx="5788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Matrix page screenshot from BLINKIT_Sales_Analysis.pbix 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4937760"/>
            <a:ext cx="5788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BI: File &gt; Export &gt; PDF or a snipped screenshot, sized to fill this frame)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A4D644D-97A5-0A97-DE7C-93313B88C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23" y="1764791"/>
            <a:ext cx="11474157" cy="4674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6B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 &amp; Recommendations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4552" cy="0"/>
          </a:xfrm>
          <a:prstGeom prst="line">
            <a:avLst/>
          </a:prstGeom>
          <a:noFill/>
          <a:ln w="9525">
            <a:solidFill>
              <a:srgbClr val="B8A9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29968"/>
            <a:ext cx="402336" cy="402336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categories carry outsized weight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Vegetables (₹1.78L) and Snack Foods (₹1.75L) together generate ~29% of total revenue, while Seafood trails every other category at just ₹9.1K — a 20x gap between top and bottom.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029968"/>
            <a:ext cx="402336" cy="402336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0116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matters more than location tier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Type1 alone drives 66% of revenue (₹7.88L from 5,577 items) versus Grocery Store's ₹1.52L from 1,083 items — outlet format predicts revenue far better than city tier.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913632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114800"/>
            <a:ext cx="402336" cy="402336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965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content barely moves order value — but volume differs a lot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9087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items average ₹141.50 per sale vs. Low Fat's ₹140.71 — under 1% apart. Yet Low Fat accounts for 64.6% of revenue (₹7.76L) purely because it's stocked and sold more often.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17920" y="3913632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DF6DA"/>
          </a:solidFill>
          <a:ln w="12700">
            <a:solidFill>
              <a:srgbClr val="B8A9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4114800"/>
            <a:ext cx="402336" cy="402336"/>
          </a:xfrm>
          <a:prstGeom prst="ellipse">
            <a:avLst/>
          </a:prstGeom>
          <a:solidFill>
            <a:srgbClr val="1F6B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CE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40965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was a breakout year for outlet openings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690872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4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established in 2018 contribute ₹204.5K in sales — about 55% above every other vintage year's ~₹1.3L — worth understanding what was different about that year's openings.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6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D9CE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0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Transactions to a Trusted Sales Story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E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disciplined Power Query cleanup — trimming, standardizing 5 fat-content labels into 2, and flagging (not guessing away) missing weight and zero visibility — turned a noisy 8,523-row export into a trustworthy model. Three DAX measures and a Metrics field parameter then made every KPI and chart consistent across both dashboard pages.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C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14216"/>
            <a:ext cx="146304" cy="146304"/>
          </a:xfrm>
          <a:prstGeom prst="ellipse">
            <a:avLst/>
          </a:prstGeom>
          <a:solidFill>
            <a:srgbClr val="D9CE5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04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2018 outlet cohort's ₹204.5K spike — more outlets, bigger stores, or a genuine lift?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517136"/>
            <a:ext cx="146304" cy="146304"/>
          </a:xfrm>
          <a:prstGeom prst="ellipse">
            <a:avLst/>
          </a:prstGeom>
          <a:solidFill>
            <a:srgbClr val="D9CE5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074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Supermarket Type1 format in expansion — it already carries 66% of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020056"/>
            <a:ext cx="146304" cy="146304"/>
          </a:xfrm>
          <a:prstGeom prst="ellipse">
            <a:avLst/>
          </a:prstGeom>
          <a:solidFill>
            <a:srgbClr val="D9CE5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9103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1,463 blank Item Weight rows before shipping any weight-based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522976"/>
            <a:ext cx="146304" cy="146304"/>
          </a:xfrm>
          <a:prstGeom prst="ellipse">
            <a:avLst/>
          </a:prstGeom>
          <a:solidFill>
            <a:srgbClr val="D9CE5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41324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Item Fat Content at the source system so LF / reg variants stop recurring on refresh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051560"/>
            <a:ext cx="3337560" cy="4709160"/>
          </a:xfrm>
          <a:prstGeom prst="roundRect">
            <a:avLst>
              <a:gd name="adj" fmla="val 2740"/>
            </a:avLst>
          </a:prstGeom>
          <a:solidFill>
            <a:srgbClr val="18583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C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0" y="178308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1F6B3A"/>
          </a:solidFill>
          <a:ln w="9525">
            <a:solidFill>
              <a:srgbClr val="D9C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17830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8,523-row source workbook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0" y="242316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1F6B3A"/>
          </a:solidFill>
          <a:ln w="9525">
            <a:solidFill>
              <a:srgbClr val="D9CE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4231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→ 2 fat-content label cleanup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0" y="306324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1F6B3A"/>
          </a:solidFill>
          <a:ln w="9525">
            <a:solidFill>
              <a:srgbClr val="D9CE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30632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DAX measures + 1 field parameter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0" y="370332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1F6B3A"/>
          </a:solidFill>
          <a:ln w="9525">
            <a:solidFill>
              <a:srgbClr val="D9CE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23960" y="37033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interactive .pbix dashboard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0" y="434340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1F6B3A"/>
          </a:solidFill>
          <a:ln w="9525">
            <a:solidFill>
              <a:srgbClr val="D9CE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43434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charts, cards &amp; tables specified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0" y="4983480"/>
            <a:ext cx="2834640" cy="530352"/>
          </a:xfrm>
          <a:prstGeom prst="roundRect">
            <a:avLst>
              <a:gd name="adj" fmla="val 10345"/>
            </a:avLst>
          </a:prstGeom>
          <a:solidFill>
            <a:srgbClr val="1F6B3A"/>
          </a:solidFill>
          <a:ln w="9525">
            <a:solidFill>
              <a:srgbClr val="D9C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49834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screenshot pages ready to fill 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B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D6F49-7D6F-4772-40F0-1D205502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D52AC52-9481-1624-A47D-E8837DED2221}"/>
              </a:ext>
            </a:extLst>
          </p:cNvPr>
          <p:cNvSpPr/>
          <p:nvPr/>
        </p:nvSpPr>
        <p:spPr>
          <a:xfrm>
            <a:off x="548640" y="1051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9F41350-5A54-BDE1-4EB0-6366CAAFB770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Sales Analysis  |  Power BI Project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49B0D66-7BCB-32F4-7351-2113341A9C30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A3300D-9A8B-4800-6B2F-F57835D84C5C}"/>
              </a:ext>
            </a:extLst>
          </p:cNvPr>
          <p:cNvSpPr txBox="1"/>
          <p:nvPr/>
        </p:nvSpPr>
        <p:spPr>
          <a:xfrm>
            <a:off x="3101288" y="2503511"/>
            <a:ext cx="61272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640514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1888</Words>
  <Application>Microsoft Office PowerPoint</Application>
  <PresentationFormat>Widescreen</PresentationFormat>
  <Paragraphs>268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Sudeepth Sasikumar</cp:lastModifiedBy>
  <cp:revision>1</cp:revision>
  <dcterms:created xsi:type="dcterms:W3CDTF">2026-09-26T17:46:49Z</dcterms:created>
  <dcterms:modified xsi:type="dcterms:W3CDTF">2026-10-06T09:29:09Z</dcterms:modified>
</cp:coreProperties>
</file>